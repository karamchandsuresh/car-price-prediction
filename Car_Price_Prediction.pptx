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5" d="100"/>
          <a:sy n="35" d="100"/>
        </p:scale>
        <p:origin x="48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48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0218"/>
            <a:ext cx="4817734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PRICE
PREDICTION
ANALYSIS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8792" y="4019057"/>
            <a:ext cx="3589093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246359" y="-7144"/>
            <a:ext cx="3897641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94597" y="1364456"/>
            <a:ext cx="290647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807358" y="1764506"/>
            <a:ext cx="299370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aims to predict the selling price of used cars based on features such as year, distance driven, fuel type, and transmission.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85548" y="2764631"/>
            <a:ext cx="301552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a dataset of 8,128 car listings, builded and compared multiple machine learning models to identify the most accurate predictor for car prices.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32197"/>
            <a:ext cx="43005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&amp; FEATURES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85825"/>
            <a:ext cx="1144786" cy="280392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280517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Year of manufacture — depreciation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546259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Kilometers driven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12001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Ownership: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Fuel type, transmission, owner history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2077743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Mileage, engine capacity, max power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672013" y="885825"/>
            <a:ext cx="1509117" cy="280392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Steps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672013" y="1280517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Fixed missing technical specs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672013" y="1546259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Extracted numbers from strings (e.g., "74 bhp" → 74)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672013" y="1812001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Label Encoding for categoricals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672013" y="2077743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Standardized numericals for models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672013" y="2343485"/>
            <a:ext cx="3900488" cy="31075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72013" y="2343485"/>
            <a:ext cx="28575" cy="310753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72013" y="2343485"/>
            <a:ext cx="390048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</a:t>
            </a:r>
            <a:r>
              <a:rPr lang="en-US" sz="834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Units removed from technical specs for numeric analysis.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2197"/>
            <a:ext cx="49434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MODELS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14375" y="900113"/>
            <a:ext cx="171807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148358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model that fits a linear relationship between features and the continuous target.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1679842"/>
            <a:ext cx="1230511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#Baseline #Statistical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786313" y="900113"/>
            <a:ext cx="16502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REGRESSION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643438" y="1148358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model with L1 regularization for feature selection and reduced overfitting.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643438" y="1679842"/>
            <a:ext cx="1130498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#Regularization #L1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14375" y="1990595"/>
            <a:ext cx="145553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71500" y="2238840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of decision trees that improves accuracy and stability via bagging.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2770324"/>
            <a:ext cx="1241227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#Ensemble #Bagging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786313" y="1990595"/>
            <a:ext cx="8018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643438" y="2238840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gradient boosting framework that captures complex patterns with high performance.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643438" y="2770324"/>
            <a:ext cx="1673423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#Boosting #HighPerformance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2197"/>
            <a:ext cx="470415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PERFORMANCE COMPARISONS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857250"/>
            <a:ext cx="5143500" cy="16930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5788" y="857250"/>
            <a:ext cx="2324956" cy="3500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5788" y="857250"/>
            <a:ext cx="2324956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2910743" y="857250"/>
            <a:ext cx="1278006" cy="3500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910743" y="857250"/>
            <a:ext cx="1278006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 SCORE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188749" y="857250"/>
            <a:ext cx="1526251" cy="3500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88749" y="857250"/>
            <a:ext cx="1526251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(PRICE)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85788" y="1207294"/>
            <a:ext cx="5129213" cy="332184"/>
          </a:xfrm>
          <a:prstGeom prst="rect">
            <a:avLst/>
          </a:prstGeom>
          <a:solidFill>
            <a:srgbClr val="8B5CF6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788" y="1207294"/>
            <a:ext cx="2324956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Regressor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910743" y="1207294"/>
            <a:ext cx="1278006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0.9202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188749" y="1207294"/>
            <a:ext cx="1526251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77,942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85788" y="1539478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910743" y="1539478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0.9189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188749" y="1539478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77,714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85788" y="1875234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910743" y="1875234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0.6558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188749" y="1875234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171,881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85788" y="2210991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Regression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910743" y="2210991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0.6558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188749" y="2210991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171,881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6000750" y="928688"/>
            <a:ext cx="2571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6000750" y="1187648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ensemble models,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significantly outperform the linear baselines.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000750" y="1821963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an R2 score of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top models explain nearly all variance in car pricing, reducing error by over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compared to Linear Regression.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1295000"/>
            <a:ext cx="45512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342900" y="2075455"/>
            <a:ext cx="4551211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
REGRESSOR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342900" y="3012681"/>
            <a:ext cx="4551211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0.9202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342900" y="3639545"/>
            <a:ext cx="45512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 Score (Accuracy)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894111" y="0"/>
            <a:ext cx="4249889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33388" y="228600"/>
            <a:ext cx="318201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outperformed: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571177" y="609005"/>
            <a:ext cx="1379246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 Complexity: Effectively captures intricate relationships between technical specs and price.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09865" y="609005"/>
            <a:ext cx="1408407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Robustness: Superior handling of outliers and missing data compared to linear models.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74066" y="2226648"/>
            <a:ext cx="1553738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Power: Gradient boosting minimizes errors iteratively for maximum precision.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354</Words>
  <Application>Microsoft Office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Karamchand Suresh</cp:lastModifiedBy>
  <cp:revision>3</cp:revision>
  <dcterms:created xsi:type="dcterms:W3CDTF">2026-04-08T11:34:04Z</dcterms:created>
  <dcterms:modified xsi:type="dcterms:W3CDTF">2026-04-08T18:29:58Z</dcterms:modified>
</cp:coreProperties>
</file>